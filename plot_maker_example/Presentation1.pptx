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4694"/>
  </p:normalViewPr>
  <p:slideViewPr>
    <p:cSldViewPr snapToGrid="0">
      <p:cViewPr>
        <p:scale>
          <a:sx n="37" d="100"/>
          <a:sy n="37" d="100"/>
        </p:scale>
        <p:origin x="3560" y="2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EB49C-B784-FC0D-B51F-63D50F366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30395E-1BC8-4ADB-1C52-01536827A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8397C-AD52-3E3B-2075-3514206F7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13D36-8330-F248-A9AB-23D1284F0E0F}" type="datetimeFigureOut">
              <a:rPr lang="en-KR" smtClean="0"/>
              <a:t>12/28/24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71D69-DCEC-0520-9D57-1E78976C0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12677-722F-6343-B972-516BEFA5E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C8603-A047-3B4B-AB4D-9B5D768DD81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18301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2E3F0-42B3-EB20-E3D0-7EEE3C54A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43EC0-C97A-B56B-0664-B9112678C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6D401-85FA-5AEE-9CC5-7BAE4DE52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13D36-8330-F248-A9AB-23D1284F0E0F}" type="datetimeFigureOut">
              <a:rPr lang="en-KR" smtClean="0"/>
              <a:t>12/28/24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4EECF-B85C-DF50-A8F6-4D13E7A9B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E2A33-207B-DDB2-78C7-B972789F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C8603-A047-3B4B-AB4D-9B5D768DD81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04102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9147D-D473-BF1A-8E2C-85428AFD6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276BC-2BDD-B9D7-EEC3-36E309318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10FB3-B823-9412-41BC-9C40BADE2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13D36-8330-F248-A9AB-23D1284F0E0F}" type="datetimeFigureOut">
              <a:rPr lang="en-KR" smtClean="0"/>
              <a:t>12/28/24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7FAAB-87E9-E86A-4575-287239E46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02C83-CF80-8FED-1B55-D5AA09D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C8603-A047-3B4B-AB4D-9B5D768DD81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98378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B1E3C-C0D3-B8FD-F922-D331D9671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6D445-6C4E-5A02-D582-A7141A5E92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188160-458C-0C8C-CFC4-80CD9DAFE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C43486-495D-D3ED-A9AA-3B341E256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13D36-8330-F248-A9AB-23D1284F0E0F}" type="datetimeFigureOut">
              <a:rPr lang="en-KR" smtClean="0"/>
              <a:t>12/28/24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1FE55E-CC8D-F514-1792-66DC91F1D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4AC06A-F400-4206-C6CF-EC794F23F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C8603-A047-3B4B-AB4D-9B5D768DD81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81712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B087F-3EC0-3784-5A83-7D6CF6B61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39CC3-989A-FC22-7F21-D6F1C0FFE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928087-54AB-B480-B31B-7680B513C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AE547-3F5A-E80F-7D0A-CA6C7B26E9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6D2D29-997E-62C6-19EA-7539051436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5406EF-AA1F-090E-B192-69553695E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13D36-8330-F248-A9AB-23D1284F0E0F}" type="datetimeFigureOut">
              <a:rPr lang="en-KR" smtClean="0"/>
              <a:t>12/28/24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AE2FEE-A18E-5807-4DD4-7A83A78F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26AEEF-644A-1289-5820-634E0F886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C8603-A047-3B4B-AB4D-9B5D768DD81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36067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F562-EA89-9653-56AB-4669B7A99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C8BCE8-B340-628E-EAC4-BE48D878D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13D36-8330-F248-A9AB-23D1284F0E0F}" type="datetimeFigureOut">
              <a:rPr lang="en-KR" smtClean="0"/>
              <a:t>12/28/24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6EFF93-7319-768C-C8D8-559C709F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8C03AA-A191-0D61-8F93-64904DE5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C8603-A047-3B4B-AB4D-9B5D768DD81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3073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6A28CF-A84A-0E99-FD91-D40EBD0E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13D36-8330-F248-A9AB-23D1284F0E0F}" type="datetimeFigureOut">
              <a:rPr lang="en-KR" smtClean="0"/>
              <a:t>12/28/24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08F073-1366-8DB3-039E-366C244C5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C9364-96EB-D5B5-6983-50F963944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C8603-A047-3B4B-AB4D-9B5D768DD81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30145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D4FD0-C9AB-8546-ECE3-8E26A32D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38D0F-97B0-2582-9D07-0D2622D29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7EDF17-417E-2EEB-F3E6-8EF2926BF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2FE8C-6C5E-73A0-BE7A-FB0536C98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13D36-8330-F248-A9AB-23D1284F0E0F}" type="datetimeFigureOut">
              <a:rPr lang="en-KR" smtClean="0"/>
              <a:t>12/28/24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9F53E-29D1-7B66-D566-F77FF82A4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91E9D-637F-FBD2-2916-37FEA811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C8603-A047-3B4B-AB4D-9B5D768DD81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19269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3CE49-A85A-5BD8-19CB-4F381269A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73871-F7C1-AE2D-D1A3-FF8BF54BB4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C9990A-D71F-8D84-6A36-BE6CDEAB12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3A346-8CE9-031C-55C1-7958EF3B0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13D36-8330-F248-A9AB-23D1284F0E0F}" type="datetimeFigureOut">
              <a:rPr lang="en-KR" smtClean="0"/>
              <a:t>12/28/24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D2720-4AFC-CFAF-375A-A62C4F4D7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571A3-2F35-A103-8EC1-7E611BB7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C8603-A047-3B4B-AB4D-9B5D768DD81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68411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711A-E82E-CF1C-53C6-7454AC624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DAA7FB-DB40-E491-626C-50F40942B0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5D2B3-C191-C77C-93FF-27777C6B3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13D36-8330-F248-A9AB-23D1284F0E0F}" type="datetimeFigureOut">
              <a:rPr lang="en-KR" smtClean="0"/>
              <a:t>12/28/24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59E17-36D2-14B8-F7BA-72FB3E95F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B74AC-C496-4FBB-C112-197FFCEBE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C8603-A047-3B4B-AB4D-9B5D768DD81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94624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4D7D10-CAE7-70EE-A374-4FFA1AF71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CFDBA8-DDAE-C3FC-1214-F31A9EC69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EB641-BF07-CEEF-D349-FBBE4D05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13D36-8330-F248-A9AB-23D1284F0E0F}" type="datetimeFigureOut">
              <a:rPr lang="en-KR" smtClean="0"/>
              <a:t>12/28/24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6902A-8755-0934-693E-611608F10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6C5A0-B397-767B-5E55-1764A4395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C8603-A047-3B4B-AB4D-9B5D768DD81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51022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407701-FC9E-2A63-61B2-E12EF4A57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87EBC-D3C3-0848-F2A7-E75472C3E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BFDE-DC04-2406-6AD5-DDC0B88673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613D36-8330-F248-A9AB-23D1284F0E0F}" type="datetimeFigureOut">
              <a:rPr lang="en-KR" smtClean="0"/>
              <a:t>12/28/24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5945B-522B-69B9-EF79-FCA7A026A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E3DD8-F4AA-0C52-34A3-A10B5E49F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3C8603-A047-3B4B-AB4D-9B5D768DD81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41039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BBF3D6F-E73D-B872-C0E3-8C55F7605B67}"/>
              </a:ext>
            </a:extLst>
          </p:cNvPr>
          <p:cNvGrpSpPr/>
          <p:nvPr/>
        </p:nvGrpSpPr>
        <p:grpSpPr>
          <a:xfrm>
            <a:off x="-13716000" y="-3622431"/>
            <a:ext cx="32777723" cy="7849225"/>
            <a:chOff x="-13716000" y="-3622431"/>
            <a:chExt cx="32777723" cy="784922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984AA74-5982-2729-8DAB-A5D5CE395702}"/>
                </a:ext>
              </a:extLst>
            </p:cNvPr>
            <p:cNvSpPr/>
            <p:nvPr/>
          </p:nvSpPr>
          <p:spPr>
            <a:xfrm>
              <a:off x="-13716000" y="-3622431"/>
              <a:ext cx="32777723" cy="7849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pic>
          <p:nvPicPr>
            <p:cNvPr id="25" name="Picture 24" descr="A graph of a line graph&#10;&#10;Description automatically generated with medium confidence">
              <a:extLst>
                <a:ext uri="{FF2B5EF4-FFF2-40B4-BE49-F238E27FC236}">
                  <a16:creationId xmlns:a16="http://schemas.microsoft.com/office/drawing/2014/main" id="{D5B170C2-1531-BF07-3393-68B731B8D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5485605" y="-3329389"/>
              <a:ext cx="6760644" cy="6725186"/>
            </a:xfrm>
            <a:prstGeom prst="rect">
              <a:avLst/>
            </a:prstGeom>
          </p:spPr>
        </p:pic>
        <p:pic>
          <p:nvPicPr>
            <p:cNvPr id="23" name="Picture 22" descr="A graph of a graph with a line&#10;&#10;Description automatically generated with medium confidence">
              <a:extLst>
                <a:ext uri="{FF2B5EF4-FFF2-40B4-BE49-F238E27FC236}">
                  <a16:creationId xmlns:a16="http://schemas.microsoft.com/office/drawing/2014/main" id="{856B5685-B550-B345-2C5D-F5FD87FB7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3308880" y="-3329388"/>
              <a:ext cx="7162500" cy="6725185"/>
            </a:xfrm>
            <a:prstGeom prst="rect">
              <a:avLst/>
            </a:prstGeom>
          </p:spPr>
        </p:pic>
        <p:pic>
          <p:nvPicPr>
            <p:cNvPr id="5" name="Picture 4" descr="A green square with a red dot&#10;&#10;Description automatically generated">
              <a:extLst>
                <a:ext uri="{FF2B5EF4-FFF2-40B4-BE49-F238E27FC236}">
                  <a16:creationId xmlns:a16="http://schemas.microsoft.com/office/drawing/2014/main" id="{3A6E69CC-6BA7-0610-E305-5FA635AC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35814" y="-3329388"/>
              <a:ext cx="8109782" cy="672518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39128D4-BA4B-5CE9-8B28-6233787176F0}"/>
                </a:ext>
              </a:extLst>
            </p:cNvPr>
            <p:cNvSpPr txBox="1"/>
            <p:nvPr/>
          </p:nvSpPr>
          <p:spPr>
            <a:xfrm>
              <a:off x="-10530548" y="3395797"/>
              <a:ext cx="13885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KR" sz="4800" dirty="0">
                  <a:latin typeface="Helvetica" pitchFamily="2" charset="0"/>
                </a:rPr>
                <a:t>(a)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BDB9557-ADC0-F6EB-7D9E-33A4C12B427C}"/>
                </a:ext>
              </a:extLst>
            </p:cNvPr>
            <p:cNvSpPr txBox="1"/>
            <p:nvPr/>
          </p:nvSpPr>
          <p:spPr>
            <a:xfrm>
              <a:off x="-2799550" y="3395797"/>
              <a:ext cx="13885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KR" sz="4800" dirty="0">
                  <a:latin typeface="Helvetica" pitchFamily="2" charset="0"/>
                </a:rPr>
                <a:t>(b)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A60644C-F422-935A-B6A7-28F31F0D337F}"/>
                </a:ext>
              </a:extLst>
            </p:cNvPr>
            <p:cNvSpPr txBox="1"/>
            <p:nvPr/>
          </p:nvSpPr>
          <p:spPr>
            <a:xfrm>
              <a:off x="5296437" y="3395797"/>
              <a:ext cx="13885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KR" sz="4800" dirty="0">
                  <a:latin typeface="Helvetica" pitchFamily="2" charset="0"/>
                </a:rPr>
                <a:t>(c)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074877E-5D92-C272-250D-AFAB68E1AE2A}"/>
                </a:ext>
              </a:extLst>
            </p:cNvPr>
            <p:cNvSpPr txBox="1"/>
            <p:nvPr/>
          </p:nvSpPr>
          <p:spPr>
            <a:xfrm>
              <a:off x="13956196" y="3395797"/>
              <a:ext cx="13885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KR" sz="4800" dirty="0">
                  <a:latin typeface="Helvetica" pitchFamily="2" charset="0"/>
                </a:rPr>
                <a:t>(d)</a:t>
              </a:r>
            </a:p>
          </p:txBody>
        </p:sp>
        <p:pic>
          <p:nvPicPr>
            <p:cNvPr id="17" name="Picture 16" descr="A graph of a person's weight&#10;&#10;Description automatically generated">
              <a:extLst>
                <a:ext uri="{FF2B5EF4-FFF2-40B4-BE49-F238E27FC236}">
                  <a16:creationId xmlns:a16="http://schemas.microsoft.com/office/drawing/2014/main" id="{FE0E0CA7-D725-C2EA-59BB-69E606726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595572" y="-3329388"/>
              <a:ext cx="8109782" cy="6725185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74109F5-4166-4721-4E1D-5CB92E45CDA6}"/>
                </a:ext>
              </a:extLst>
            </p:cNvPr>
            <p:cNvSpPr/>
            <p:nvPr/>
          </p:nvSpPr>
          <p:spPr>
            <a:xfrm>
              <a:off x="3420274" y="33204"/>
              <a:ext cx="223366" cy="23902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DA10512-71D9-B238-CA09-F4520C59EAE9}"/>
                </a:ext>
              </a:extLst>
            </p:cNvPr>
            <p:cNvSpPr/>
            <p:nvPr/>
          </p:nvSpPr>
          <p:spPr>
            <a:xfrm>
              <a:off x="12080317" y="33204"/>
              <a:ext cx="223366" cy="23902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</p:grpSp>
    </p:spTree>
    <p:extLst>
      <p:ext uri="{BB962C8B-B14F-4D97-AF65-F5344CB8AC3E}">
        <p14:creationId xmlns:p14="http://schemas.microsoft.com/office/powerpoint/2010/main" val="3100740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square with a red dot&#10;&#10;Description automatically generated">
            <a:extLst>
              <a:ext uri="{FF2B5EF4-FFF2-40B4-BE49-F238E27FC236}">
                <a16:creationId xmlns:a16="http://schemas.microsoft.com/office/drawing/2014/main" id="{3A6E69CC-6BA7-0610-E305-5FA635ACD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814" y="-3362592"/>
            <a:ext cx="8109782" cy="6725185"/>
          </a:xfrm>
          <a:prstGeom prst="rect">
            <a:avLst/>
          </a:prstGeom>
        </p:spPr>
      </p:pic>
      <p:pic>
        <p:nvPicPr>
          <p:cNvPr id="11" name="Picture 10" descr="A graph of a line with numbers and points&#10;&#10;Description automatically generated with medium confidence">
            <a:extLst>
              <a:ext uri="{FF2B5EF4-FFF2-40B4-BE49-F238E27FC236}">
                <a16:creationId xmlns:a16="http://schemas.microsoft.com/office/drawing/2014/main" id="{2A20709D-6094-0461-8650-C2E4F4888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96402" y="-3429000"/>
            <a:ext cx="6982239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39128D4-BA4B-5CE9-8B28-6233787176F0}"/>
              </a:ext>
            </a:extLst>
          </p:cNvPr>
          <p:cNvSpPr txBox="1"/>
          <p:nvPr/>
        </p:nvSpPr>
        <p:spPr>
          <a:xfrm>
            <a:off x="-10530548" y="3395797"/>
            <a:ext cx="1388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4800" dirty="0">
                <a:latin typeface="Helvetica" pitchFamily="2" charset="0"/>
              </a:rPr>
              <a:t>(a)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DB9557-ADC0-F6EB-7D9E-33A4C12B427C}"/>
              </a:ext>
            </a:extLst>
          </p:cNvPr>
          <p:cNvSpPr txBox="1"/>
          <p:nvPr/>
        </p:nvSpPr>
        <p:spPr>
          <a:xfrm>
            <a:off x="-2799550" y="3395797"/>
            <a:ext cx="1388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4800" dirty="0">
                <a:latin typeface="Helvetica" pitchFamily="2" charset="0"/>
              </a:rPr>
              <a:t>(b)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60644C-F422-935A-B6A7-28F31F0D337F}"/>
              </a:ext>
            </a:extLst>
          </p:cNvPr>
          <p:cNvSpPr txBox="1"/>
          <p:nvPr/>
        </p:nvSpPr>
        <p:spPr>
          <a:xfrm>
            <a:off x="5296437" y="3395797"/>
            <a:ext cx="1388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4800" dirty="0">
                <a:latin typeface="Helvetica" pitchFamily="2" charset="0"/>
              </a:rPr>
              <a:t>(c)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74877E-5D92-C272-250D-AFAB68E1AE2A}"/>
              </a:ext>
            </a:extLst>
          </p:cNvPr>
          <p:cNvSpPr txBox="1"/>
          <p:nvPr/>
        </p:nvSpPr>
        <p:spPr>
          <a:xfrm>
            <a:off x="13956196" y="3395797"/>
            <a:ext cx="1388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4800" dirty="0">
                <a:latin typeface="Helvetica" pitchFamily="2" charset="0"/>
              </a:rPr>
              <a:t>(d)</a:t>
            </a:r>
          </a:p>
        </p:txBody>
      </p:sp>
      <p:pic>
        <p:nvPicPr>
          <p:cNvPr id="17" name="Picture 16" descr="A graph of a person's weight&#10;&#10;Description automatically generated">
            <a:extLst>
              <a:ext uri="{FF2B5EF4-FFF2-40B4-BE49-F238E27FC236}">
                <a16:creationId xmlns:a16="http://schemas.microsoft.com/office/drawing/2014/main" id="{FE0E0CA7-D725-C2EA-59BB-69E606726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5572" y="-3362592"/>
            <a:ext cx="8109782" cy="6725185"/>
          </a:xfrm>
          <a:prstGeom prst="rect">
            <a:avLst/>
          </a:prstGeom>
        </p:spPr>
      </p:pic>
      <p:pic>
        <p:nvPicPr>
          <p:cNvPr id="19" name="Picture 18" descr="A graph of a graph with text&#10;&#10;Description automatically generated with medium confidence">
            <a:extLst>
              <a:ext uri="{FF2B5EF4-FFF2-40B4-BE49-F238E27FC236}">
                <a16:creationId xmlns:a16="http://schemas.microsoft.com/office/drawing/2014/main" id="{47ED5054-4D04-FBB6-C7A2-6F6EB2BC1F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526183" y="-3429000"/>
            <a:ext cx="7379804" cy="6858000"/>
          </a:xfrm>
          <a:prstGeom prst="rect">
            <a:avLst/>
          </a:prstGeom>
        </p:spPr>
      </p:pic>
      <p:pic>
        <p:nvPicPr>
          <p:cNvPr id="3" name="Picture 2" descr="A graph with numbers and dots&#10;&#10;Description automatically generated">
            <a:extLst>
              <a:ext uri="{FF2B5EF4-FFF2-40B4-BE49-F238E27FC236}">
                <a16:creationId xmlns:a16="http://schemas.microsoft.com/office/drawing/2014/main" id="{4B8DD453-5015-3C47-F0E1-2D9DA00352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596402" y="3429000"/>
            <a:ext cx="6982239" cy="6945619"/>
          </a:xfrm>
          <a:prstGeom prst="rect">
            <a:avLst/>
          </a:prstGeom>
        </p:spPr>
      </p:pic>
      <p:pic>
        <p:nvPicPr>
          <p:cNvPr id="6" name="Picture 5" descr="A graph of a graph with text&#10;&#10;Description automatically generated with medium confidence">
            <a:extLst>
              <a:ext uri="{FF2B5EF4-FFF2-40B4-BE49-F238E27FC236}">
                <a16:creationId xmlns:a16="http://schemas.microsoft.com/office/drawing/2014/main" id="{E5D51A1F-B57D-737F-D33A-20715056C2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3526183" y="5016234"/>
            <a:ext cx="7303952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433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1890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24</Words>
  <Application>Microsoft Macintosh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Helvetica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이진구</dc:creator>
  <cp:lastModifiedBy>이진구</cp:lastModifiedBy>
  <cp:revision>5</cp:revision>
  <dcterms:created xsi:type="dcterms:W3CDTF">2024-12-16T04:00:08Z</dcterms:created>
  <dcterms:modified xsi:type="dcterms:W3CDTF">2024-12-28T07:32:33Z</dcterms:modified>
</cp:coreProperties>
</file>